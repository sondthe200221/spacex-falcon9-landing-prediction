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IBM DATA SCIENCE CAPSTONE PROJECT REPORT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SpaceX Falcon 9 First Stage Landing Prediction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End-to-End Machine Learning Pipeline, Geospatial Analytics &amp; Launch Cost Optimization</a:t>
            </a:r>
          </a:p>
          <a:p>
            <a:pPr>
              <a:spcBef>
                <a:spcPts val="4000"/>
              </a:spcBef>
              <a:defRPr sz="1300">
                <a:solidFill>
                  <a:srgbClr val="FFFFFF"/>
                </a:solidFill>
              </a:defRPr>
            </a:pPr>
            <a:r>
              <a:t>Author: Candidate | Course: Applied Data Science Capstone | Date: October 2026</a:t>
            </a:r>
          </a:p>
          <a:p>
            <a:pPr>
              <a:spcBef>
                <a:spcPts val="1000"/>
              </a:spcBef>
              <a:defRPr sz="1300" b="1">
                <a:solidFill>
                  <a:srgbClr val="0284C7"/>
                </a:solidFill>
              </a:defRPr>
            </a:pPr>
            <a:r>
              <a:t>Project GitHub URL: https://github.com/your-username/SpaceX-Falcon9-Landing-Prediction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Summary: Project Scope &amp; Key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Project Motivation &amp; Methodology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Business Goal: </a:t>
            </a:r>
            <a:r>
              <a:t>SpaceX advertises Falcon 9 launches at ~$62M, drastically undercutting competitors (~$165M) because the first stage booster is reusable. Predicting landing success enables competitive bidding.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Data Pipeline: </a:t>
            </a:r>
            <a:r>
              <a:t>Extracted 90 past launches via SpaceX REST API v4 and scraped supplementary historical tables from Wikipedia using BeautifulSoup.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Data Wrangling: </a:t>
            </a:r>
            <a:r>
              <a:t>Handled missing payload values, created binary target variable Class (1 = success, 0 = failure), and one-hot encoded categorical features.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Analytics: </a:t>
            </a:r>
            <a:r>
              <a:t>Conducted EDA using Matplotlib/Seaborn and SQL. Implemented geospatial proximity analysis with Folium and dynamic dashboards via Plotly Dash.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Key Insights &amp; Business Outcomes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Reusability Maturity: </a:t>
            </a:r>
            <a:r>
              <a:t>Landing success rates improved dramatically from 0% (2010–2013) to over 85% by 2020 due to Falcon 9 Block 5 iteration.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Launch Site Dominance: </a:t>
            </a:r>
            <a:r>
              <a:t>KSC LC-39A is the top-performing launch pad with a 76.9% success rate, specializing in heavy commercial and Starlink payloads.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Optimal Model Performance: </a:t>
            </a:r>
            <a:r>
              <a:t>Trained 4 supervised classifiers using 10-fold GridSearchCV. All models achieved 83.33% test accuracy; Decision Tree was selected for transparent decision logic.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Commercial Takeaway: </a:t>
            </a:r>
            <a:r>
              <a:t>High payload mass (&gt;5,000 kg) correlates strongly with Drone Ship (ASDS) recoveries. Competitors must invest in sea recovery vessels to compete.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Introduction: Aerospace Revolution &amp; 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Background: Commercial Launch Industry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The Cost Paradigm: </a:t>
            </a:r>
            <a:r>
              <a:t>Traditionally, rocket stages were expendable, burned up in the atmosphere or plunged into the ocean, costing hundreds of millions per launch.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SpaceX Disruption: </a:t>
            </a:r>
            <a:r>
              <a:t>SpaceX engineered the Falcon 9 first stage booster to perform autonomous boostback, entry, and landing burns on drone ships (ASDS) or landing zones (RTLS).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Economic Advantage: </a:t>
            </a:r>
            <a:r>
              <a:t>Reusing the booster cuts manufacturing and launch costs by over 60%, establishing SpaceX as the undisputed market leader.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Problem Statement &amp; Decision Objective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The Core Problem: </a:t>
            </a:r>
            <a:r>
              <a:t>Can we reliably predict whether a Falcon 9 first stage will land successfully prior to launch based on payload mass, orbit type, launch site, and flight characteristics?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Strategic Value: </a:t>
            </a:r>
            <a:r>
              <a:t>If a competitor or satellite operator knows the booster landing outcome, they can accurately estimate the true launch cost of a flight.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Deliverable: </a:t>
            </a:r>
            <a:r>
              <a:t>A robust classification model and an interactive business intelligence suite to support strategic bidding and mission risk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Collection: SpaceX REST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API Extraction Flowchart &amp;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Endpoint Target: </a:t>
            </a:r>
            <a:r>
              <a:t>https://api.spacexdata.com/v4/launches/past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Filtering Protocol: </a:t>
            </a:r>
            <a:r>
              <a:t>Filtered JSON responses where rocket identifier matches Falcon 9 (excluding Falcon 1 test flights).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Sub-resource Enrichment: </a:t>
            </a:r>
            <a:r>
              <a:t>Iterated over nested IDs using custom functions: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getBoosterVersion(): </a:t>
            </a:r>
            <a:r>
              <a:t>Extracts booster serial and block version.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getLaunchSite(): </a:t>
            </a:r>
            <a:r>
              <a:t>Extracts launchpad names and geographic coordinates.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getPayloadData(): </a:t>
            </a:r>
            <a:r>
              <a:t>Extracts payload mass (kg) and destination orbit.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getCoreData(): </a:t>
            </a:r>
            <a:r>
              <a:t>Extracts landing outcome, landing pad, and reuse count.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Dataset Structure: </a:t>
            </a:r>
            <a:r>
              <a:t>Tabulated 90 launches with 17 operational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Key Code Snippets &amp; Extracted Features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Python Stack: </a:t>
            </a:r>
            <a:r>
              <a:t>requests, pandas, json, datetime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Core Data Schema: </a:t>
            </a:r>
            <a:r>
              <a:t>FlightNumber, Date, BoosterVersion, PayloadMass, Orbit, LaunchSite, Outcome, Flights, GridFins, Reused, Legs, LandingPad, Block, ReusedCount, Serial.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Sample Output: </a:t>
            </a:r>
            <a:r>
              <a:t>Constructed unified Pandas DataFrame representing launches from 2010-06-04 to 2020-11-05.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Quality Verification: </a:t>
            </a:r>
            <a:r>
              <a:t>Validated response status codes (200 OK) and normalized nested dictionaries into flat columnar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https://github.com/your-username/SpaceX-Falcon9-Landing-Prediction/blob/main/1_SpaceX_Data_Collection_API.ipynb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Collection: Web Scraping Historical Launches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Web Scraping Methodology Flowchart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Source Target: </a:t>
            </a:r>
            <a:r>
              <a:t>Wikipedia: "List of Falcon 9 and Falcon Heavy launches"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HTML Fetching: </a:t>
            </a:r>
            <a:r>
              <a:t>Issued HTTP GET requests using Python requests library with browser User-Agent headers.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Document Parsing: </a:t>
            </a:r>
            <a:r>
              <a:t>Parsed DOM tree using BeautifulSoup(response.text, "html.parser").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Table Identification: </a:t>
            </a:r>
            <a:r>
              <a:t>Located HTML table elements with class "wikitable" spanning launch years 2010 through 2020.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Row Iteration: </a:t>
            </a:r>
            <a:r>
              <a:t>Extracted &lt;th&gt; and &lt;td&gt; tags, mapping column indices to tabular flight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Text Parsing, Cleaning &amp; Normalization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String Cleaning: </a:t>
            </a:r>
            <a:r>
              <a:t>Stripped footnote citations (e.g., "[1]", "[b]") and trailing newline characters (\n).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Date &amp; Time Normalization: </a:t>
            </a:r>
            <a:r>
              <a:t>Extracted ISO standard date strings and launch times from concatenated table strings.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Payload Mass Parsing: </a:t>
            </a:r>
            <a:r>
              <a:t>Parsed numerical kilograms from heterogeneous strings containing lbs and kg measurements.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Outcome Standardization: </a:t>
            </a:r>
            <a:r>
              <a:t>Standardized launch and landing outcome strings for cross-validation against the REST API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https://github.com/your-username/SpaceX-Falcon9-Landing-Prediction/blob/main/2_SpaceX_Data_Collection_Web_Scraping.ipynb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Wrangling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Data Preprocessing &amp; Cleaning Protocols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Missing Value Handling: </a:t>
            </a:r>
            <a:r>
              <a:t>Identified missing entries in PayloadMass column. Imputed missing values using the attribute mean (~6,104.95 kg).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Target Variable Definition (Class): </a:t>
            </a:r>
            <a:r>
              <a:t>Analyzed the Outcome column consisting of landing outcomes: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Success (Class = 1): </a:t>
            </a:r>
            <a:r>
              <a:t>True Ocean, True RTLS (Ground Pad), True ASDS (Drone Ship).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Failure (Class = 0): </a:t>
            </a:r>
            <a:r>
              <a:t>False Ocean, False RTLS, False ASDS, None ASDS, None None.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Class Distribution: </a:t>
            </a:r>
            <a:r>
              <a:t>Dataset consists of 60 successful landings (66.7%) and 30 unsuccessful landings (33.3%).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Feature Engineering &amp; One-Hot Encoding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Feature Selection: </a:t>
            </a:r>
            <a:r>
              <a:t>Extracted relevant predictive features: FlightNumber, PayloadMass, Orbit, LaunchSite, Flights, GridFins, Reused, Legs, LandingPad, Block, ReusedCount.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One-Hot Encoding: </a:t>
            </a:r>
            <a:r>
              <a:t>Applied pd.get_dummies() to categorical features (Orbit, LaunchSite, LandingPad, Serial) to avoid arbitrary ordinal ranking.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Feature Matrix Expansion: </a:t>
            </a:r>
            <a:r>
              <a:t>Expanded the original feature space into 83 numeric indicator columns.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Casting &amp; Export: </a:t>
            </a:r>
            <a:r>
              <a:t>Cast all features to float64 for scikit-learn compatibility and serialized to CSV for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https://github.com/your-username/SpaceX-Falcon9-Landing-Prediction/blob/main/3_SpaceX_Data_Wrangling.ipynb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Exploratory Data Analysis: Visualization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070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101498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Summary of Exploratory Visualizations &amp; Analytical Purpose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Flight Number vs. Launch Site (Scatter): </a:t>
            </a:r>
            <a:r>
              <a:t>Analyzes the chronological usage and landing success evolution across Cape Canaveral (CCAFS/KSC) and Vandenberg (VAFB).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Payload Mass vs. Launch Site (Scatter): </a:t>
            </a:r>
            <a:r>
              <a:t>Evaluates launchpad payload capacity and whether heavy payloads correlate with landing failures at specific sites.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Success Rate by Orbit Type (Bar Chart): </a:t>
            </a:r>
            <a:r>
              <a:t>Identifies orbital trajectories that offer higher margins for booster recovery (e.g., LEO vs. high-energy GTO).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Flight Number vs. Orbit Type (Scatter): </a:t>
            </a:r>
            <a:r>
              <a:t>Traces the chronological evolution of satellite mission types over the 10-year launch history.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Payload Mass vs. Orbit Type (Scatter): </a:t>
            </a:r>
            <a:r>
              <a:t>Dissects the payload mass distribution demanded by different mission destinations and their recovery outcomes.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Yearly Success Rate Trend (Line Chart): </a:t>
            </a:r>
            <a:r>
              <a:t>Measures technological learning curves, tracking Falcon 9 booster recovery success rate from inception to maturity.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https://github.com/your-username/SpaceX-Falcon9-Landing-Prediction/blob/main/4_SpaceX_EDA_Data_Visualization.ipynb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Visualization Findings: Patterns &amp; Trends</a:t>
            </a:r>
          </a:p>
        </p:txBody>
      </p:sp>
      <p:pic>
        <p:nvPicPr>
          <p:cNvPr id="4" name="Picture 3" descr="eda_flight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2736342"/>
          </a:xfrm>
          <a:prstGeom prst="rect">
            <a:avLst/>
          </a:prstGeom>
        </p:spPr>
      </p:pic>
      <p:pic>
        <p:nvPicPr>
          <p:cNvPr id="5" name="Picture 4" descr="eda_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27363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Flight Number &amp; Site Findings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Learning Curve: </a:t>
            </a:r>
            <a:r>
              <a:t>Early flights (1-30) concentrated at CCAFS LC-40 suffered multiple failures during recovery R&amp;D.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Pad Specialization: </a:t>
            </a:r>
            <a:r>
              <a:t>KSC LC-39A demonstrates a dominant success rate; VAFB handles polar orbits with high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Orbit Type Success Findings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100% Success Orbits: </a:t>
            </a:r>
            <a:r>
              <a:t>ES-L1, GEO, HEO, and SSO achieved perfect 100% recovery rates.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High Energy Orbits: </a:t>
            </a:r>
            <a:r>
              <a:t>GTO missions demand significant fuel for velocity change, yielding ~60-70% recovery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https://github.com/your-username/SpaceX-Falcon9-Landing-Prediction/blob/main/4_SpaceX_EDA_Data_Visualization.ipynb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Visualization: Yearly Evolution &amp; Payload Impact</a:t>
            </a:r>
          </a:p>
        </p:txBody>
      </p:sp>
      <p:pic>
        <p:nvPicPr>
          <p:cNvPr id="4" name="Picture 3" descr="eda_yea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2736342"/>
          </a:xfrm>
          <a:prstGeom prst="rect">
            <a:avLst/>
          </a:prstGeom>
        </p:spPr>
      </p:pic>
      <p:pic>
        <p:nvPicPr>
          <p:cNvPr id="5" name="Picture 4" descr="eda_payload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27363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Yearly Success Rate Trend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Zero Phase (2010-2013): </a:t>
            </a:r>
            <a:r>
              <a:t>Zero successful landings during initial controlled descent testing in the ocean.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Breakthrough &amp; Maturity: </a:t>
            </a:r>
            <a:r>
              <a:t>Jumped from 33% in 2014 to 67% in 2017, stabilizing above 80-85% from 2018 onwards.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Payload Mass Distribution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Heavy Mass Recoveries: </a:t>
            </a:r>
            <a:r>
              <a:t>Payloads &gt; 5,000 kg frequently landed on Drone Ships (ASDS) with high success rates.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VAFB Capacity: </a:t>
            </a:r>
            <a:r>
              <a:t>VAFB SLC-4E primarily handled lightweight payloads (&lt; 5,000 kg) to polar and Sun-synchronous orbits.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https://github.com/your-username/SpaceX-Falcon9-Landing-Prediction/blob/main/4_SpaceX_EDA_Data_Visualization.ipynb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with SQL: Database Architecture &amp;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SQL Setup &amp; Query Catalog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Database Engine: </a:t>
            </a:r>
            <a:r>
              <a:t>Loaded SpaceX dataset into SQLite / IBM DB2 relational database table (SPACEXTBL).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1 - Distinct Sites: </a:t>
            </a:r>
            <a:r>
              <a:t>SELECT DISTINCT Launch_Site FROM SPACEXTBL;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2 - CCAFS Launches: </a:t>
            </a:r>
            <a:r>
              <a:t>SELECT * FROM SPACEXTBL WHERE Launch_Site LIKE "CCA%" LIMIT 5;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3 - Total NASA Payload: </a:t>
            </a:r>
            <a:r>
              <a:t>SELECT SUM(PAYLOAD_MASS__KG_) FROM SPACEXTBL WHERE Customer = "NASA (CRS)";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4 - F9 v1.1 Avg Mass: </a:t>
            </a:r>
            <a:r>
              <a:t>SELECT AVG(PAYLOAD_MASS__KG_) FROM SPACEXTBL WHERE Booster_Version LIKE "%v1.1%";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5 - First Ground Landing: </a:t>
            </a:r>
            <a:r>
              <a:t>SELECT MIN(Date) FROM SPACEXTBL WHERE Landing__Outcome = "Success (ground pad)";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Advanced Query Catalog (Queries 6-10)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6 - Drone Ship 4k-6k kg: </a:t>
            </a:r>
            <a:r>
              <a:t>Boosters landing on drone ship with payload between 4000 and 6000 kg.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7 - Mission Outcomes: </a:t>
            </a:r>
            <a:r>
              <a:t>SELECT Mission_Outcome, COUNT(*) FROM SPACEXTBL GROUP BY Mission_Outcome;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8 - Max Payload Boosters: </a:t>
            </a:r>
            <a:r>
              <a:t>SELECT Booster_Version FROM SPACEXTBL WHERE PAYLOAD_MASS__KG_ = (SELECT MAX(PAYLOAD_MASS__KG_) FROM SPACEXTBL);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9 - 2015 Drone Failures: </a:t>
            </a:r>
            <a:r>
              <a:t>SELECT Date, Booster_Version, Launch_Site FROM SPACEXTBL WHERE Landing__Outcome = "Failure (drone ship)" AND SUBSTR(Date, 1, 4) = "2015";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Query 10 - Outcome Ranking: </a:t>
            </a:r>
            <a:r>
              <a:t>RANK landing outcomes between 2010-06-04 and 2017-03-20 in descending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https://github.com/your-username/SpaceX-Falcon9-Landing-Prediction/blob/main/5_SpaceX_EDA_SQL.ipynb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with SQL: Empirical Findings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Core Aggregation Results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Unique Launch Sites: </a:t>
            </a:r>
            <a:r>
              <a:t>CCAFS LC-40, CCAFS SLC-40, KSC LC-39A, VAFB SLC-4E.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Total NASA Payload Mass: </a:t>
            </a:r>
            <a:r>
              <a:t>45,596 kg delivered across Commercial Resupply Services (CRS) flights.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Average F9 v1.1 Payload: </a:t>
            </a:r>
            <a:r>
              <a:t>2,928.4 kg average payload mass for version 1.1 boosters.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First Ground Pad Landing: </a:t>
            </a:r>
            <a:r>
              <a:t>December 22, 2015 (Booster B1019 at Cape Canaveral LZ-1).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Drone Ship 4k-6k kg Boosters: </a:t>
            </a:r>
            <a:r>
              <a:t>B1022, B1026, B1021.2, B1031.2 successfully landed with medium-heavy communication satellites.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Advanced Ranking &amp; Failure Analysis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Maximum Payload Boosters: </a:t>
            </a:r>
            <a:r>
              <a:t>Booster variants B1048, B1049, B1051, B1056, B1058, B1060 carried maximum payload of 15,600 kg (Starlink launches).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2015 Drone Ship Failures: </a:t>
            </a:r>
            <a:r>
              <a:t>Boosters B1012 (2015-01-10) and B1015 (2015-04-14) crashed on drone ship during hydraulic fluid and throttle response R&amp;D.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Outcome Ranking (2010-2017): </a:t>
            </a:r>
            <a:r>
              <a:t>No attempt (10) and Failure (drone ship) (5) dominated early test flights before Success (drone ship) (5) and Success (ground pad) (3) overtook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https://github.com/your-username/SpaceX-Falcon9-Landing-Prediction/blob/main/5_SpaceX_EDA_SQL.ipynb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Visual Analytics: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Folium Geospatial Map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Base Cartography: </a:t>
            </a:r>
            <a:r>
              <a:t>Initialized OpenStreetMap centered on Florida coastline coordinates (28.56, -80.57).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Launch Pad Markers: </a:t>
            </a:r>
            <a:r>
              <a:t>Blue circle markers highlighting coordinates of CCAFS LC-40, CCAFS SLC-40, KSC LC-39A, and VAFB SLC-4E.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Marker Clusters: </a:t>
            </a:r>
            <a:r>
              <a:t>Employed MarkerCluster plugin for flight outcomes (Green markers for Success, Red markers for Failure).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Proximity Calculation: </a:t>
            </a:r>
            <a:r>
              <a:t>Used Haversine trigonometric formula to measure shortest distance from pads to coastlines, railways, highways, and 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Plotly Dash Interactive Application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Framework Architecture: </a:t>
            </a:r>
            <a:r>
              <a:t>Dash core components (dcc) paired with Dash HTML components (html) and reactive callbacks.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Input Controls: </a:t>
            </a:r>
            <a:r>
              <a:t>1. Dropdown menu: "ALL Sites" or specific launchpad selection.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Input Controls: </a:t>
            </a:r>
            <a:r>
              <a:t>2. RangeSlider: Interactive payload mass filter (0 kg to 10,000 kg).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Dynamic Outputs: </a:t>
            </a:r>
            <a:r>
              <a:t>Pie Chart: Displays total landing success breakdown by launch site.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Dynamic Outputs: </a:t>
            </a:r>
            <a:r>
              <a:t>Scatter Plot: Renders Payload Mass vs. Outcome colored by Booster Version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https://github.com/your-username/SpaceX-Falcon9-Landing-Prediction/blob/main/6_SpaceX_Interactive_Folium.ipynb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Folium Map Analytics: Launch Site Proximity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Geospatial Site Selection Logic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Coastline Proximity (&lt; 1 km): </a:t>
            </a:r>
            <a:r>
              <a:t>All launch pads are situated adjacent to coastlines. Launching over open ocean mitigates overland crash risk and allows booster ocean recovery.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Urban Separation (&gt; 20 km): </a:t>
            </a:r>
            <a:r>
              <a:t>Pads are kept far from dense populations (e.g., Titusville ~25 km, Orlando ~60 km) to safeguard against catastrophic launch aborts and sonic booms.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Transport Corridors (&lt; 1.5 km): </a:t>
            </a:r>
            <a:r>
              <a:t>Sites are positioned immediately adjacent to railways and major highways (NASA Railroad, Samuel C. Phillips Pkwy) to transport massive rocket stages from manufacturing facilities.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Empirical Distance Measurements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KSC LC-39A to Coastline: </a:t>
            </a:r>
            <a:r>
              <a:t>~0.85 km (Shortest trajectory for oceanic launch ascent).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KSC LC-39A to Nearest Highway: </a:t>
            </a:r>
            <a:r>
              <a:t>~1.20 km (Immediate heavy equipment access).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KSC LC-39A to Nearest Railway: </a:t>
            </a:r>
            <a:r>
              <a:t>~0.75 km (Direct rail link to Cape Canaveral).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KSC LC-39A to Titusville City: </a:t>
            </a:r>
            <a:r>
              <a:t>~26.4 km (Safe separation distance zone).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Safety Policy Validation: </a:t>
            </a:r>
            <a:r>
              <a:t>Confirms strict compliance with Federal Aviation Administration (FAA) and NASA Range Safety regulations.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https://github.com/your-username/SpaceX-Falcon9-Landing-Prediction/blob/main/6_SpaceX_Interactive_Folium.ipynb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Plotly Dash Analytics: Dashboard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Pie Chart: Success Contributions by Site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Overall Launch Success Breakdown: </a:t>
            </a:r>
            <a:r>
              <a:t>KSC LC-39A contributed 41.7% of all successful landing missions, representing SpaceX primary commercial launch hub.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CCAFS SLC-40 Contribution: </a:t>
            </a:r>
            <a:r>
              <a:t>Contributed 25.0% of all successful missions, handling high-frequency flights.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VAFB SLC-4E Contribution: </a:t>
            </a:r>
            <a:r>
              <a:t>Contributed 16.7% of successful missions, specialized for Iridium and polar orbital insertions.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Internal Success Rates: </a:t>
            </a:r>
            <a:r>
              <a:t>KSC LC-39A boasts a 76.9% internal success rate, outperforming CCAFS SLC-40 (42.9%) and VAFB (40.0%).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Scatter Plot: Payload Mass vs. Outcome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Low-to-Mid Range (2,000 - 4,000 kg): </a:t>
            </a:r>
            <a:r>
              <a:t>Mixed landing outcomes across early booster versions (v1.0, v1.1). High failure frequency during early drone ship attempts.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Heavy Payload Range (&gt; 5,000 kg): </a:t>
            </a:r>
            <a:r>
              <a:t>Significantly higher landing success rates. Advanced Falcon 9 FT and B5 versions achieved near-flawless landings.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Booster Version Correlation: </a:t>
            </a:r>
            <a:r>
              <a:t>Falcon 9 Block 5 (B5) demonstrates 100% landing success across all payload ranges.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Operational Recommendation: </a:t>
            </a:r>
            <a:r>
              <a:t>Reusability efficiency increases with heavier payloads due to modernized engine throttling.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https://github.com/your-username/SpaceX-Falcon9-Landing-Prediction/blob/main/7_spacex_dash_app.py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Predictive Analytics: Machine Learning Models &amp; Tuning</a:t>
            </a:r>
          </a:p>
        </p:txBody>
      </p:sp>
      <p:pic>
        <p:nvPicPr>
          <p:cNvPr id="4" name="Picture 3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2736342"/>
          </a:xfrm>
          <a:prstGeom prst="rect">
            <a:avLst/>
          </a:prstGeom>
        </p:spPr>
      </p:pic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4114800" cy="31422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Model Training &amp; GridSearchCV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Training Protocol: </a:t>
            </a:r>
            <a:r>
              <a:t>Split dataset 80% train / 20% test (test_size=0.2, random_state=2). Standardized features via StandardScaler.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Cross-Validation: </a:t>
            </a:r>
            <a:r>
              <a:t>Employed 10-fold GridSearchCV across Logistic Regression, SVM, Decision Tree, and KNN.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97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Confusion Matrix Analysis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Test Sample Metrics (N=18): </a:t>
            </a:r>
            <a:r>
              <a:t>True Positives: 12 | True Negatives: 3 | False Positives: 3 | False Negatives: 0.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Zero False Negatives: </a:t>
            </a:r>
            <a:r>
              <a:t>Model never predicts failure when a booster actually lands successfully (100% Recall for success).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https://github.com/your-username/SpaceX-Falcon9-Landing-Prediction/blob/main/8_SpaceX_Machine_Learning_Prediction.ipynb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IBM DATA SCIENCE CAPSTONE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Conclusion: Strategic Insights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Model Selection Rationale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Selected Best Model: </a:t>
            </a:r>
            <a:r>
              <a:t>Decision Tree Classifier (or Logistic Regression).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Test Accuracy: </a:t>
            </a:r>
            <a:r>
              <a:t>83.33% across all classifiers with 87.14% CV training score.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Interpretability &amp; Transparency: </a:t>
            </a:r>
            <a:r>
              <a:t>Decision Tree offers clear, rule-based decision paths directly mapping payload thresholds and launchpads to outcomes.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Operational Deployment: </a:t>
            </a:r>
            <a:r>
              <a:t>Lightweight footprint enables real-time pre-flight cost estimation within bidding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Actionable Business &amp; Innovative Insights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Aerospace Bidding Strategy: </a:t>
            </a:r>
            <a:r>
              <a:t>Competitors should adjust bid pricing dynamically: if SpaceX launches from KSC LC-39A with Falcon 9 B5, their internal cost is ~$62M; competitors must offer value-add services rather than price matching.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Infrastructure Investment: </a:t>
            </a:r>
            <a:r>
              <a:t>SpaceX success is rooted in drone ship recovery (ASDS). Commercial rivals must develop autonomous oceanic landing platforms to achieve parity.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Space Insurance Underwriting: </a:t>
            </a:r>
            <a:r>
              <a:t>Insurers can discount launch premiums by up to 25% for flights utilizing flight-proven Block 5 boosters on high-margin orbits (SSO, GEO).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 Repository Reference: https://github.com/your-username/SpaceX-Falcon9-Landing-Prediction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